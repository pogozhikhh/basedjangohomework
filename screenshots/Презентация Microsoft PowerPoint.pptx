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48" y="8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96357-B45B-4FA4-BC71-A584FF6D3F20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5DCD-C413-45CF-8C0B-89BC699E4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649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96357-B45B-4FA4-BC71-A584FF6D3F20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5DCD-C413-45CF-8C0B-89BC699E4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76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96357-B45B-4FA4-BC71-A584FF6D3F20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5DCD-C413-45CF-8C0B-89BC699E4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063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96357-B45B-4FA4-BC71-A584FF6D3F20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5DCD-C413-45CF-8C0B-89BC699E4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08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96357-B45B-4FA4-BC71-A584FF6D3F20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5DCD-C413-45CF-8C0B-89BC699E4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719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96357-B45B-4FA4-BC71-A584FF6D3F20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5DCD-C413-45CF-8C0B-89BC699E4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158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96357-B45B-4FA4-BC71-A584FF6D3F20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5DCD-C413-45CF-8C0B-89BC699E4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129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96357-B45B-4FA4-BC71-A584FF6D3F20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5DCD-C413-45CF-8C0B-89BC699E4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021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96357-B45B-4FA4-BC71-A584FF6D3F20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5DCD-C413-45CF-8C0B-89BC699E4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117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96357-B45B-4FA4-BC71-A584FF6D3F20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5DCD-C413-45CF-8C0B-89BC699E4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02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96357-B45B-4FA4-BC71-A584FF6D3F20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D5DCD-C413-45CF-8C0B-89BC699E4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924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96357-B45B-4FA4-BC71-A584FF6D3F20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D5DCD-C413-45CF-8C0B-89BC699E4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025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598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25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95600" y="-15621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5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111</dc:creator>
  <cp:lastModifiedBy>111</cp:lastModifiedBy>
  <cp:revision>3</cp:revision>
  <dcterms:created xsi:type="dcterms:W3CDTF">2025-06-09T12:39:15Z</dcterms:created>
  <dcterms:modified xsi:type="dcterms:W3CDTF">2025-06-09T12:49:24Z</dcterms:modified>
</cp:coreProperties>
</file>